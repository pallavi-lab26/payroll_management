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4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117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3E331C-6F18-4351-B16D-24D0D57607DC}" type="datetimeFigureOut">
              <a:rPr lang="en-IN" smtClean="0"/>
              <a:t>14-04-2026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8A32A-68EA-41A6-8E9D-F37B4451F8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76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B8A32A-68EA-41A6-8E9D-F37B4451F8D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685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204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12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331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38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00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926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0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088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43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909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9075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572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323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7318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391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33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125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  <p:sldLayoutId id="2147483786" r:id="rId12"/>
    <p:sldLayoutId id="2147483787" r:id="rId13"/>
    <p:sldLayoutId id="2147483788" r:id="rId14"/>
    <p:sldLayoutId id="2147483789" r:id="rId15"/>
    <p:sldLayoutId id="2147483790" r:id="rId16"/>
    <p:sldLayoutId id="214748379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2942" y="644724"/>
            <a:ext cx="5878011" cy="1077229"/>
          </a:xfrm>
        </p:spPr>
        <p:txBody>
          <a:bodyPr>
            <a:normAutofit/>
          </a:bodyPr>
          <a:lstStyle/>
          <a:p>
            <a:r>
              <a:rPr b="1" u="sng" dirty="0">
                <a:solidFill>
                  <a:schemeClr val="tx1"/>
                </a:solidFill>
              </a:rPr>
              <a:t>Payroll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5271" y="2377048"/>
            <a:ext cx="5713092" cy="4000066"/>
          </a:xfrm>
        </p:spPr>
        <p:txBody>
          <a:bodyPr/>
          <a:lstStyle/>
          <a:p>
            <a:r>
              <a:rPr dirty="0"/>
              <a:t>Python-based system for salary processing using Oracle DB and AWS S3 with GUI support.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7224" y="776636"/>
            <a:ext cx="5167619" cy="1048623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6731" y="2402217"/>
            <a:ext cx="5713092" cy="4000066"/>
          </a:xfrm>
        </p:spPr>
        <p:txBody>
          <a:bodyPr/>
          <a:lstStyle/>
          <a:p>
            <a:r>
              <a:rPr dirty="0"/>
              <a:t>Automates employee salary processing.</a:t>
            </a:r>
          </a:p>
          <a:p>
            <a:r>
              <a:rPr dirty="0"/>
              <a:t>Integrates AWS S3 &amp; Oracle DB.</a:t>
            </a:r>
          </a:p>
          <a:p>
            <a:r>
              <a:rPr dirty="0"/>
              <a:t>Provides </a:t>
            </a:r>
            <a:r>
              <a:rPr dirty="0" err="1"/>
              <a:t>Tkinter</a:t>
            </a:r>
            <a:r>
              <a:rPr dirty="0"/>
              <a:t> GUI.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361" y="2821416"/>
            <a:ext cx="3340524" cy="5122960"/>
          </a:xfrm>
        </p:spPr>
        <p:txBody>
          <a:bodyPr/>
          <a:lstStyle/>
          <a:p>
            <a:r>
              <a:rPr u="sng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0014" y="2397343"/>
            <a:ext cx="5713092" cy="4000066"/>
          </a:xfrm>
        </p:spPr>
        <p:txBody>
          <a:bodyPr/>
          <a:lstStyle/>
          <a:p>
            <a:r>
              <a:rPr dirty="0"/>
              <a:t> Fetch data from S3</a:t>
            </a:r>
          </a:p>
          <a:p>
            <a:r>
              <a:rPr dirty="0"/>
              <a:t> Store in Oracle DB</a:t>
            </a:r>
          </a:p>
          <a:p>
            <a:r>
              <a:rPr dirty="0"/>
              <a:t> Salary calculations</a:t>
            </a:r>
          </a:p>
          <a:p>
            <a:r>
              <a:rPr dirty="0"/>
              <a:t> GUI interface</a:t>
            </a:r>
          </a:p>
          <a:p>
            <a:r>
              <a:rPr dirty="0"/>
              <a:t> Duplicate check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7B74E7-10C4-C28D-8351-F0E34E9D555C}"/>
              </a:ext>
            </a:extLst>
          </p:cNvPr>
          <p:cNvSpPr txBox="1"/>
          <p:nvPr/>
        </p:nvSpPr>
        <p:spPr>
          <a:xfrm>
            <a:off x="3352800" y="1146294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F</a:t>
            </a:r>
            <a:r>
              <a:rPr lang="en-IN" sz="3200" b="1" u="sng" dirty="0" err="1"/>
              <a:t>eatures</a:t>
            </a:r>
            <a:endParaRPr lang="en-IN" sz="3200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3554" y="722032"/>
            <a:ext cx="5878011" cy="1077229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6894" y="2301576"/>
            <a:ext cx="5713092" cy="4000066"/>
          </a:xfrm>
        </p:spPr>
        <p:txBody>
          <a:bodyPr/>
          <a:lstStyle/>
          <a:p>
            <a:r>
              <a:rPr dirty="0"/>
              <a:t>Python</a:t>
            </a:r>
          </a:p>
          <a:p>
            <a:r>
              <a:rPr dirty="0" err="1"/>
              <a:t>Tkinter</a:t>
            </a:r>
            <a:endParaRPr dirty="0"/>
          </a:p>
          <a:p>
            <a:r>
              <a:rPr dirty="0"/>
              <a:t>Oracle DB (</a:t>
            </a:r>
            <a:r>
              <a:rPr dirty="0" err="1"/>
              <a:t>oracledb</a:t>
            </a:r>
            <a:r>
              <a:rPr dirty="0"/>
              <a:t>)</a:t>
            </a:r>
          </a:p>
          <a:p>
            <a:r>
              <a:rPr dirty="0"/>
              <a:t>AWS S3 (boto3)</a:t>
            </a:r>
          </a:p>
          <a:p>
            <a:r>
              <a:rPr dirty="0"/>
              <a:t>CSV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3079" y="830409"/>
            <a:ext cx="5878011" cy="1077229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454" y="2439966"/>
            <a:ext cx="5713092" cy="4000066"/>
          </a:xfrm>
        </p:spPr>
        <p:txBody>
          <a:bodyPr/>
          <a:lstStyle/>
          <a:p>
            <a:r>
              <a:rPr dirty="0"/>
              <a:t>S3 (CSV) → Python Backend → Oracle DB</a:t>
            </a:r>
          </a:p>
          <a:p>
            <a:r>
              <a:rPr dirty="0" err="1"/>
              <a:t>Tkinter</a:t>
            </a:r>
            <a:r>
              <a:rPr dirty="0"/>
              <a:t> GUI for interaction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01831" y="685960"/>
            <a:ext cx="5878011" cy="1077229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Salary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454" y="2359339"/>
            <a:ext cx="5713092" cy="4000066"/>
          </a:xfrm>
        </p:spPr>
        <p:txBody>
          <a:bodyPr/>
          <a:lstStyle/>
          <a:p>
            <a:r>
              <a:rPr dirty="0"/>
              <a:t>Gross = Basic + HRA + DA + Special</a:t>
            </a:r>
          </a:p>
          <a:p>
            <a:r>
              <a:rPr dirty="0"/>
              <a:t>Deductions = PF + Tax + </a:t>
            </a:r>
            <a:r>
              <a:rPr dirty="0" err="1"/>
              <a:t>Cess</a:t>
            </a:r>
            <a:endParaRPr dirty="0"/>
          </a:p>
          <a:p>
            <a:r>
              <a:rPr dirty="0"/>
              <a:t>Net = Gross - Deductions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59249" y="698060"/>
            <a:ext cx="5878011" cy="1077229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Database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9733" y="2313903"/>
            <a:ext cx="5713092" cy="4000066"/>
          </a:xfrm>
        </p:spPr>
        <p:txBody>
          <a:bodyPr/>
          <a:lstStyle/>
          <a:p>
            <a:r>
              <a:rPr dirty="0" err="1"/>
              <a:t>Employee_Master</a:t>
            </a:r>
            <a:endParaRPr dirty="0"/>
          </a:p>
          <a:p>
            <a:r>
              <a:rPr dirty="0" err="1"/>
              <a:t>Salary_Details</a:t>
            </a:r>
            <a:endParaRPr dirty="0"/>
          </a:p>
          <a:p>
            <a:r>
              <a:rPr dirty="0" err="1"/>
              <a:t>Global_Rules</a:t>
            </a:r>
            <a:endParaRPr dirty="0"/>
          </a:p>
          <a:p>
            <a:r>
              <a:rPr dirty="0" err="1"/>
              <a:t>Designation_Rules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8002" y="686668"/>
            <a:ext cx="5878011" cy="1077229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Setup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5454" y="2302512"/>
            <a:ext cx="5713092" cy="4000066"/>
          </a:xfrm>
        </p:spPr>
        <p:txBody>
          <a:bodyPr/>
          <a:lstStyle/>
          <a:p>
            <a:r>
              <a:rPr dirty="0"/>
              <a:t>Install: pip install </a:t>
            </a:r>
            <a:r>
              <a:rPr dirty="0" err="1"/>
              <a:t>oracledb</a:t>
            </a:r>
            <a:r>
              <a:rPr dirty="0"/>
              <a:t> boto3</a:t>
            </a:r>
          </a:p>
          <a:p>
            <a:r>
              <a:rPr dirty="0"/>
              <a:t>Configure DB &amp; AWS</a:t>
            </a:r>
          </a:p>
          <a:p>
            <a:r>
              <a:rPr dirty="0"/>
              <a:t>Run: python payroll.py / gui.py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4194" y="710279"/>
            <a:ext cx="5878011" cy="1077229"/>
          </a:xfrm>
        </p:spPr>
        <p:txBody>
          <a:bodyPr/>
          <a:lstStyle/>
          <a:p>
            <a:r>
              <a:rPr b="1" u="sng" dirty="0">
                <a:solidFill>
                  <a:schemeClr val="tx1"/>
                </a:solidFill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41010" y="2373413"/>
            <a:ext cx="5713092" cy="4000066"/>
          </a:xfrm>
        </p:spPr>
        <p:txBody>
          <a:bodyPr/>
          <a:lstStyle/>
          <a:p>
            <a:r>
              <a:rPr dirty="0"/>
              <a:t>Login system</a:t>
            </a:r>
          </a:p>
          <a:p>
            <a:r>
              <a:rPr dirty="0"/>
              <a:t>PDF </a:t>
            </a:r>
            <a:r>
              <a:rPr dirty="0" err="1"/>
              <a:t>payslip</a:t>
            </a:r>
            <a:endParaRPr dirty="0"/>
          </a:p>
          <a:p>
            <a:r>
              <a:rPr dirty="0"/>
              <a:t>Web app deployment</a:t>
            </a:r>
          </a:p>
          <a:p>
            <a:r>
              <a:rPr dirty="0"/>
              <a:t>Employee management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42</TotalTime>
  <Words>158</Words>
  <Application>Microsoft Office PowerPoint</Application>
  <PresentationFormat>On-screen Show (4:3)</PresentationFormat>
  <Paragraphs>41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 Boardroom</vt:lpstr>
      <vt:lpstr>Payroll Management System</vt:lpstr>
      <vt:lpstr>Overview</vt:lpstr>
      <vt:lpstr>Features</vt:lpstr>
      <vt:lpstr>Technologies Used</vt:lpstr>
      <vt:lpstr>Architecture</vt:lpstr>
      <vt:lpstr>Salary Calculation</vt:lpstr>
      <vt:lpstr>Database Tables</vt:lpstr>
      <vt:lpstr>Setup Instructions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Pallavi S</cp:lastModifiedBy>
  <cp:revision>5</cp:revision>
  <dcterms:created xsi:type="dcterms:W3CDTF">2013-01-27T09:14:16Z</dcterms:created>
  <dcterms:modified xsi:type="dcterms:W3CDTF">2026-04-14T05:33:26Z</dcterms:modified>
  <cp:category/>
</cp:coreProperties>
</file>